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</c:v>
                </c:pt>
                <c:pt idx="1">
                  <c:v>0.96</c:v>
                </c:pt>
                <c:pt idx="2">
                  <c:v>0.973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spatial interaction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0.983</c:v>
                </c:pt>
                <c:pt idx="1">
                  <c:v>0.947</c:v>
                </c:pt>
                <c:pt idx="2">
                  <c:v>0.982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RandomPos</c:v>
                  </c:pt>
                  <c:pt idx="1">
                    <c:v>ConstSpeed</c:v>
                  </c:pt>
                  <c:pt idx="2">
                    <c:v>Overall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0.987</c:v>
                </c:pt>
                <c:pt idx="1">
                  <c:v>0.948</c:v>
                </c:pt>
                <c:pt idx="2">
                  <c:v>0.982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Per-sender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0-10%</c:v>
                  </c:pt>
                  <c:pt idx="1">
                    <c:v>10-30%</c:v>
                  </c:pt>
                  <c:pt idx="2">
                    <c:v>30-50%</c:v>
                  </c:pt>
                  <c:pt idx="3">
                    <c:v>50-100%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0.956</c:v>
                </c:pt>
                <c:pt idx="1">
                  <c:v>0.966</c:v>
                </c:pt>
                <c:pt idx="2">
                  <c:v>0.959</c:v>
                </c:pt>
                <c:pt idx="3">
                  <c:v>0.953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model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0-10%</c:v>
                  </c:pt>
                  <c:pt idx="1">
                    <c:v>10-30%</c:v>
                  </c:pt>
                  <c:pt idx="2">
                    <c:v>30-50%</c:v>
                  </c:pt>
                  <c:pt idx="3">
                    <c:v>50-100%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0.973</c:v>
                </c:pt>
                <c:pt idx="1">
                  <c:v>0.981</c:v>
                </c:pt>
                <c:pt idx="2">
                  <c:v>0.974</c:v>
                </c:pt>
                <c:pt idx="3">
                  <c:v>0.971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Share of a sender's neighbours that are malicious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Recall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update. Real-data results exist for two attack types; extended metrics requested by the professor are still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Per-sender baseline vs neighbourhood-aware model with spatial interaction; ablation without spatial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overall is about 0.9 F1 points; RandomPos about 1.7 points. ConstSpeed is slightly worse with neighbours.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ConstSpeed dip and the limited attack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Addresses professor point 1: precision, recall, F1, FPR and detection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Addresses professor point 2. Recall by share of malicious neighbours; false-positive rate stays below 0.8% in every 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Neighbourhood-aware misbehavior detection for V2X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progress update: what is done, what is left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real VeReMi Extension data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judge a sender by its neighbours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broadcast position, speed and heading. A misbehaving vehicle sends false data (wrong position or speed) that can mislead others, for example hide a car that is closing in.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75488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looks at the 16 nearest senders over a 10-second window, so it can spot a sender that disagrees with its surroundings. Baseline: judge each sender alone.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done</a:t>
            </a:r>
            <a:endParaRPr lang="en-US" sz="3200" dirty="0"/>
          </a:p>
        </p:txBody>
      </p:sp>
      <p:sp>
        <p:nvSpPr>
          <p:cNvPr id="3" name="num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704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6304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with temporal and spatial attention, plus ablations</a:t>
            </a:r>
            <a:endParaRPr lang="en-US" sz="1400" dirty="0"/>
          </a:p>
        </p:txBody>
      </p:sp>
      <p:sp>
        <p:nvSpPr>
          <p:cNvPr id="7" name="num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391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loader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3172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for the real VeReMi format: message types and labels from filenames</a:t>
            </a:r>
            <a:endParaRPr lang="en-US" sz="1400" dirty="0"/>
          </a:p>
        </p:txBody>
      </p:sp>
      <p:sp>
        <p:nvSpPr>
          <p:cNvPr id="11" name="num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9077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004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VeReMi Extension from Zenodo: RandomPos and ConstSpeed attacks</a:t>
            </a:r>
            <a:endParaRPr lang="en-US" sz="1400" dirty="0"/>
          </a:p>
        </p:txBody>
      </p:sp>
      <p:sp>
        <p:nvSpPr>
          <p:cNvPr id="15" name="num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7764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0690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models x 3 seeds, train on first hour, test on later hour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Real-data results (F1)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188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0.982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19202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F1, full model (baseline 0.973)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about 0.997 for all models. Mean of 3 seeds; std 0.001 to 0.004.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say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help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 +0.9 points; RandomPos +1.7 points over the per-sender baseline.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adds little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ties the no-spatial variant overall (0.982). It helps only on RandomPos.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ConstSpeed is worse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194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0.948 vs 0.960 for the baseline. We report this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metric set and detection latency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False-pos.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latency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 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first alarm, full model (baseline 0.70 s)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malicious sender-receiver pairs eventually flagged (baseline 96%)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611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90th percentile for the full model (baseline 3 s)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counts from the first window that contains the sender; each window needs about 10 s of history. Mean of 3 seeds.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neighbours are malicious too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barely moves, and false alarms do not rise, even when over half of the neighbours are attackers (0.971 vs 0.973 for the cleanest case).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310896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attackers here act independently (about 30%). Colluding attackers, and crash intent, are not modelled in VeReMi.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left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attack types: position offsets, DoS, Sybil (2 of about 20 so far)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domain-transfer experiment on real data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colluding attackers and the spoofed-approach (crash) scenario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paper text and tables to the real results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2026-10-07T23:08:15Z</dcterms:created>
  <dcterms:modified xsi:type="dcterms:W3CDTF">2026-10-07T23:08:15Z</dcterms:modified>
</cp:coreProperties>
</file>