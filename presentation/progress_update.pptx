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Per-sender</c:v>
                </c:pt>
              </c:strCache>
            </c:strRef>
          </c:tx>
          <c:spPr>
            <a:solidFill>
              <a:srgbClr val="9AA9B5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RandomPos</c:v>
                  </c:pt>
                  <c:pt idx="1">
                    <c:v>ConstSpeed</c:v>
                  </c:pt>
                  <c:pt idx="2">
                    <c:v>Overall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0.97</c:v>
                </c:pt>
                <c:pt idx="1">
                  <c:v>0.96</c:v>
                </c:pt>
                <c:pt idx="2">
                  <c:v>0.973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 spatial interaction</c:v>
                </c:pt>
              </c:strCache>
            </c:strRef>
          </c:tx>
          <c:spPr>
            <a:solidFill>
              <a:srgbClr val="F2A541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RandomPos</c:v>
                  </c:pt>
                  <c:pt idx="1">
                    <c:v>ConstSpeed</c:v>
                  </c:pt>
                  <c:pt idx="2">
                    <c:v>Overall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0.983</c:v>
                </c:pt>
                <c:pt idx="1">
                  <c:v>0.947</c:v>
                </c:pt>
                <c:pt idx="2">
                  <c:v>0.982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Full model</c:v>
                </c:pt>
              </c:strCache>
            </c:strRef>
          </c:tx>
          <c:spPr>
            <a:solidFill>
              <a:srgbClr val="1C7C7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RandomPos</c:v>
                  </c:pt>
                  <c:pt idx="1">
                    <c:v>ConstSpeed</c:v>
                  </c:pt>
                  <c:pt idx="2">
                    <c:v>Overall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0.987</c:v>
                </c:pt>
                <c:pt idx="1">
                  <c:v>0.948</c:v>
                </c:pt>
                <c:pt idx="2">
                  <c:v>0.982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1B2A3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3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9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0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B2A38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Status update. Real-data results exist for two attack types; extended metrics requested by the professor are still running.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Per-sender baseline vs neighbourhood-aware model with spatial interaction; ablation without spatial interaction.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Gap overall is about 0.9 F1 points; RandomPos about 1.7 points. ConstSpeed is slightly worse with neighbours.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upfront about the ConstSpeed dip and the limited attack coverage.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Neighbourhood-aware misbehavior detection for V2X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progress update: what is done, what is left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918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 on real VeReMi Extension data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idea: judge a sender by its neighbours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188720"/>
            <a:ext cx="3840480" cy="3200400"/>
          </a:xfrm>
          <a:prstGeom prst="roundRect">
            <a:avLst>
              <a:gd name="adj" fmla="val 2286"/>
            </a:avLst>
          </a:prstGeom>
          <a:solidFill>
            <a:srgbClr val="EAF2F3"/>
          </a:solidFill>
          <a:ln w="12700">
            <a:solidFill>
              <a:srgbClr val="EAF2F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258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34747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Vehicles broadcast position, speed and heading. A misbehaving vehicle sends false data (wrong position or speed) that can mislead others, for example hide a car that is closing in.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4754880" y="1188720"/>
            <a:ext cx="3840480" cy="3200400"/>
          </a:xfrm>
          <a:prstGeom prst="roundRect">
            <a:avLst>
              <a:gd name="adj" fmla="val 2286"/>
            </a:avLst>
          </a:prstGeom>
          <a:solidFill>
            <a:srgbClr val="EAF2F3"/>
          </a:solidFill>
          <a:ln w="12700">
            <a:solidFill>
              <a:srgbClr val="EAF2F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937760" y="13258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approach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1737360"/>
            <a:ext cx="34747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transformer looks at the 16 nearest senders over a 10-second window, so it can spot a sender that disagrees with its surroundings. Baseline: judge each sender alone.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done</a:t>
            </a:r>
            <a:endParaRPr lang="en-US" sz="3200" dirty="0"/>
          </a:p>
        </p:txBody>
      </p:sp>
      <p:sp>
        <p:nvSpPr>
          <p:cNvPr id="3" name="num"/>
          <p:cNvSpPr/>
          <p:nvPr/>
        </p:nvSpPr>
        <p:spPr>
          <a:xfrm>
            <a:off x="548640" y="1188720"/>
            <a:ext cx="548640" cy="548640"/>
          </a:xfrm>
          <a:prstGeom prst="ellipse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17043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46304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with temporal and spatial attention, plus ablations</a:t>
            </a:r>
            <a:endParaRPr lang="en-US" sz="1400" dirty="0"/>
          </a:p>
        </p:txBody>
      </p:sp>
      <p:sp>
        <p:nvSpPr>
          <p:cNvPr id="7" name="num"/>
          <p:cNvSpPr/>
          <p:nvPr/>
        </p:nvSpPr>
        <p:spPr>
          <a:xfrm>
            <a:off x="548640" y="2057400"/>
            <a:ext cx="548640" cy="548640"/>
          </a:xfrm>
          <a:prstGeom prst="ellipse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03911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loader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33172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for the real VeReMi format: message types and labels from filenames</a:t>
            </a:r>
            <a:endParaRPr lang="en-US" sz="1400" dirty="0"/>
          </a:p>
        </p:txBody>
      </p:sp>
      <p:sp>
        <p:nvSpPr>
          <p:cNvPr id="11" name="num"/>
          <p:cNvSpPr/>
          <p:nvPr/>
        </p:nvSpPr>
        <p:spPr>
          <a:xfrm>
            <a:off x="548640" y="2926080"/>
            <a:ext cx="548640" cy="548640"/>
          </a:xfrm>
          <a:prstGeom prst="ellipse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90779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data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20040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VeReMi Extension from Zenodo: RandomPos and ConstSpeed attacks</a:t>
            </a:r>
            <a:endParaRPr lang="en-US" sz="1400" dirty="0"/>
          </a:p>
        </p:txBody>
      </p:sp>
      <p:sp>
        <p:nvSpPr>
          <p:cNvPr id="15" name="num"/>
          <p:cNvSpPr/>
          <p:nvPr/>
        </p:nvSpPr>
        <p:spPr>
          <a:xfrm>
            <a:off x="548640" y="3794760"/>
            <a:ext cx="548640" cy="548640"/>
          </a:xfrm>
          <a:prstGeom prst="ellipse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794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77647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Experiments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06908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models x 3 seeds, train on first hour, test on later hour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Real-data results (F1)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51560"/>
          <a:ext cx="54864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217920" y="118872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0.982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6217920" y="19202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F1, full model (baseline 0.973)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217920" y="27432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about 0.997 for all models. Mean of 3 seeds; std 0.001 to 0.004.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results say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188720"/>
            <a:ext cx="2560320" cy="3108960"/>
          </a:xfrm>
          <a:prstGeom prst="roundRect">
            <a:avLst>
              <a:gd name="adj" fmla="val 2857"/>
            </a:avLst>
          </a:prstGeom>
          <a:solidFill>
            <a:srgbClr val="EAF2F3"/>
          </a:solidFill>
          <a:ln w="12700">
            <a:solidFill>
              <a:srgbClr val="EAF2F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25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Neighbours help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21945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F1 +0.9 points; RandomPos +1.7 points over the per-sender baseline.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3291840" y="1188720"/>
            <a:ext cx="2560320" cy="3108960"/>
          </a:xfrm>
          <a:prstGeom prst="roundRect">
            <a:avLst>
              <a:gd name="adj" fmla="val 2857"/>
            </a:avLst>
          </a:prstGeom>
          <a:solidFill>
            <a:srgbClr val="EAF2F3"/>
          </a:solidFill>
          <a:ln w="12700">
            <a:solidFill>
              <a:srgbClr val="EAF2F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325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Spatial adds little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737360"/>
            <a:ext cx="21945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model ties the no-spatial variant overall (0.982). It helps only on RandomPos.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035040" y="1188720"/>
            <a:ext cx="2560320" cy="3108960"/>
          </a:xfrm>
          <a:prstGeom prst="roundRect">
            <a:avLst>
              <a:gd name="adj" fmla="val 2857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325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ConstSpeed is worse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737360"/>
            <a:ext cx="21945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0.948 vs 0.960 for the baseline. We report this negative result.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Professor feedback: in progress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188720"/>
            <a:ext cx="3840480" cy="2286000"/>
          </a:xfrm>
          <a:prstGeom prst="roundRect">
            <a:avLst>
              <a:gd name="adj" fmla="val 3200"/>
            </a:avLst>
          </a:prstGeom>
          <a:solidFill>
            <a:srgbClr val="EAF2F3"/>
          </a:solidFill>
          <a:ln w="12700">
            <a:solidFill>
              <a:srgbClr val="EAF2F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258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Full metric set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3474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Precision, recall, F1, false-positive rate and detection latency (seconds to first alarm). Evaluation is running now.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4754880" y="1188720"/>
            <a:ext cx="3840480" cy="2286000"/>
          </a:xfrm>
          <a:prstGeom prst="roundRect">
            <a:avLst>
              <a:gd name="adj" fmla="val 3200"/>
            </a:avLst>
          </a:prstGeom>
          <a:solidFill>
            <a:srgbClr val="EAF2F3"/>
          </a:solidFill>
          <a:ln w="12700">
            <a:solidFill>
              <a:srgbClr val="EAF2F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937760" y="13258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Malicious neighbours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1737360"/>
            <a:ext cx="3474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split by the share of neighbours that are themselves attackers: does the context get poisoned? Running now.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749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note: VeReMi simulates false-data attacks, not crash intent, and attackers act independently (about 30%). Colluding attackers are not tested.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left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extended metrics and malicious-neighbour analysis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more attack types: position offsets, DoS, Sybil (2 of about 20 so far)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 domain-transfer experiment on real data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Optional: spoofed-approach test for the crash scenario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paper text and tables to the real results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2026-10-07T20:58:58Z</dcterms:created>
  <dcterms:modified xsi:type="dcterms:W3CDTF">2026-10-07T20:58:58Z</dcterms:modified>
</cp:coreProperties>
</file>