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Reference (97.37%)</c:v>
                </c:pt>
              </c:strCache>
            </c:strRef>
          </c:tx>
          <c:spPr>
            <a:solidFill>
              <a:srgbClr val="9AA9B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</c:v>
                  </c:pt>
                  <c:pt idx="1">
                    <c:v>Recall</c:v>
                  </c:pt>
                  <c:pt idx="2">
                    <c:v>F1</c:v>
                  </c:pt>
                  <c:pt idx="3">
                    <c:v>Accuracy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97.37</c:v>
                </c:pt>
                <c:pt idx="1">
                  <c:v>97.37</c:v>
                </c:pt>
                <c:pt idx="2">
                  <c:v>97.37</c:v>
                </c:pt>
                <c:pt idx="3">
                  <c:v>97.37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v2 + memory, message labels</c:v>
                </c:pt>
              </c:strCache>
            </c:strRef>
          </c:tx>
          <c:spPr>
            <a:solidFill>
              <a:srgbClr val="1C7C7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</c:v>
                  </c:pt>
                  <c:pt idx="1">
                    <c:v>Recall</c:v>
                  </c:pt>
                  <c:pt idx="2">
                    <c:v>F1</c:v>
                  </c:pt>
                  <c:pt idx="3">
                    <c:v>Accuracy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98.16</c:v>
                </c:pt>
                <c:pt idx="1">
                  <c:v>97.78</c:v>
                </c:pt>
                <c:pt idx="2">
                  <c:v>97.97</c:v>
                </c:pt>
                <c:pt idx="3">
                  <c:v>98.74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B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3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update. All numbers are on a simulated benchmark, not real-world traffic. Paper: paper/main.pdf (IEEE conference, 6 pages, 18 references).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Per-sender view vs neighbourhood-aware view; neighbour attention is the part we test with an ablation.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label schemes are shown on purpose; message labels match how the dataset marks lies, vehicle labels are the stricter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neighbour attention is a modest gain, and it depends on honest neighbours being the majority.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Latency counts from the first window that contains the attacker, per receiver.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Injected collusion on top of VeReMi; the dataset itself has no colluding attackers.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the comparison with its caveat; do not claim we beat the reference outright.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Neighbourhood-aware misbehaviour detection for V2X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517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results on 14 attack types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the VeReMi Extension benchmark (simulated traffic, Zenodo 20090854)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 judge a sender by its neighbours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18872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47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broadcast position, speed and heading. A misbehaving vehicle sends false data (wrong position, speed, a fake stop) that can mislead the cars around it.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754880" y="118872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737360"/>
            <a:ext cx="3474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transformer looks at each sender over time and at the other senders nearby (neighbour attention), so it can spot a sender whose claims do not fit its surroundings.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built</a:t>
            </a:r>
            <a:endParaRPr lang="en-US" sz="3000" dirty="0"/>
          </a:p>
        </p:txBody>
      </p:sp>
      <p:sp>
        <p:nvSpPr>
          <p:cNvPr id="3" name="num"/>
          <p:cNvSpPr/>
          <p:nvPr/>
        </p:nvSpPr>
        <p:spPr>
          <a:xfrm>
            <a:off x="548640" y="109728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6070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353312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VeReMi Extension: 14 of 19 attack types (no Sybil; RandomSpeedOffset archive excluded as mislabeled)</a:t>
            </a:r>
            <a:endParaRPr lang="en-US" sz="1300" dirty="0"/>
          </a:p>
        </p:txBody>
      </p:sp>
      <p:sp>
        <p:nvSpPr>
          <p:cNvPr id="7" name="num"/>
          <p:cNvSpPr/>
          <p:nvPr/>
        </p:nvSpPr>
        <p:spPr>
          <a:xfrm>
            <a:off x="548640" y="196596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2938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21992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109,823 / validation 29,547 / test 68,971 windows; 2 seeds</a:t>
            </a:r>
            <a:endParaRPr lang="en-US" sz="1300" dirty="0"/>
          </a:p>
        </p:txBody>
      </p:sp>
      <p:sp>
        <p:nvSpPr>
          <p:cNvPr id="11" name="num"/>
          <p:cNvSpPr/>
          <p:nvPr/>
        </p:nvSpPr>
        <p:spPr>
          <a:xfrm>
            <a:off x="548640" y="283464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79806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model (v2)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090672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Transformer, 144k parameters, temporal + neighbour attention; 9 claim values + 10 plausibility checks per message</a:t>
            </a:r>
            <a:endParaRPr lang="en-US" sz="1300" dirty="0"/>
          </a:p>
        </p:txBody>
      </p:sp>
      <p:sp>
        <p:nvSpPr>
          <p:cNvPr id="15" name="num"/>
          <p:cNvSpPr/>
          <p:nvPr/>
        </p:nvSpPr>
        <p:spPr>
          <a:xfrm>
            <a:off x="548640" y="3703320"/>
            <a:ext cx="548640" cy="548640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66674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Checks and training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959352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Kinematics, road map learned from honest traffic, nearest other claim, self-repeat, copied trail; training adds injected lies (offset, fake stop); receiver-side memory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the test set (14 attacks)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463040"/>
                <a:gridCol w="1097280"/>
                <a:gridCol w="1097280"/>
                <a:gridCol w="118872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Speed-check 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/ message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78.9 / 80.0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model (no checks)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+ memory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+ memory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566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rate: v2 0.60% (first model 0.7%)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862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labels count an attacker only in windows where it sent a falsified message (dataset ground truth). Vehicle labels count every window of an attacker vehicle, including its honest-looking ones, so recall is lower.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values in %. Mean of 2 seeds. '-' = not reported for that row.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neighbour attention adds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14300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but real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9164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 F1 points (95% CI about [0.2, 0.4]). Significant on 8-10 of the 14 attacks.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291840" y="114300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280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false alarms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69164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 drops from 0.90% to 0.60% with neighbour attention.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035040" y="1143000"/>
            <a:ext cx="2560320" cy="3200400"/>
          </a:xfrm>
          <a:prstGeom prst="roundRect">
            <a:avLst>
              <a:gd name="adj" fmla="val 2857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80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Fails with attacker majority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9164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attackers are most of a sender's neighbours the gain shrinks and turns negative (-0.004 within-attack). First model: +0.071 down to -0.023.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fast attackers are flagged (v2)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2560320" cy="2194560"/>
          </a:xfrm>
          <a:prstGeom prst="roundRect">
            <a:avLst>
              <a:gd name="adj" fmla="val 3333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 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first alarm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291840" y="1280160"/>
            <a:ext cx="2560320" cy="2194560"/>
          </a:xfrm>
          <a:prstGeom prst="roundRect">
            <a:avLst>
              <a:gd name="adj" fmla="val 3333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554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s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time to first alarm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035040" y="1280160"/>
            <a:ext cx="2560320" cy="2194560"/>
          </a:xfrm>
          <a:prstGeom prst="roundRect">
            <a:avLst>
              <a:gd name="adj" fmla="val 3333"/>
            </a:avLst>
          </a:prstGeom>
          <a:solidFill>
            <a:srgbClr val="EAF2F3"/>
          </a:solidFill>
          <a:ln w="12700">
            <a:solidFill>
              <a:srgbClr val="EAF2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554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attacker-receiver pairs flagged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49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attackers are caught in the first window they appear in; a few take longer and pull the mean up.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 test: colluding attackers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Consistent lie (colluders)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 position offset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&lt;=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0.83-0.86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stop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&lt;=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0.70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Spoofed convoy (never seen in training)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&lt;=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0.87-0.90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Offset along the road (map-aware)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&lt;=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0.23-0.25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Convoy on own road (map-aware)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&lt;=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0.36-0.48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29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Colluder recall at a matched 1% false-positive rate. Coordinated convoys also raised the first model's honest false-positive rate from 0.9% to 3.0%.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77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that stay on the road map are still hard: they need an independent signal (signal strength, sensors, roadside units).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Against the reference paper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035040" y="109728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Hakeem &amp; Kim, IEEE T-ITS 26(8), 2025 (survey), Table XIII: 97.37% for VeReMi, one number for accuracy, precision, recall and F1.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256032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like-for-like: that figure is on the original VeReMi (5 attacks) and its source is not cited. Under vehicle labels our recall (96.09) and F1 (97.12) are below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 and next steps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Sybil attacks (not covered yet)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on original VeReMi and VeReMi NextGen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v2 on dense traffic; add a 3rd seed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On-road consistent lies need an independent signal: signal strength, on-board sensors, roadside units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done: paper/main.pdf, IEEE conference format, 6 pages, 18 references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2026-10-19T04:46:02Z</dcterms:created>
  <dcterms:modified xsi:type="dcterms:W3CDTF">2026-10-19T04:46:02Z</dcterms:modified>
</cp:coreProperties>
</file>