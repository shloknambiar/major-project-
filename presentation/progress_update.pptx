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Reference (97.37%)</c:v>
                </c:pt>
              </c:strCache>
            </c:strRef>
          </c:tx>
          <c:spPr>
            <a:solidFill>
              <a:srgbClr val="9AA9B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</c:v>
                  </c:pt>
                  <c:pt idx="3">
                    <c:v>Accuracy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97.37</c:v>
                </c:pt>
                <c:pt idx="1">
                  <c:v>97.37</c:v>
                </c:pt>
                <c:pt idx="2">
                  <c:v>97.37</c:v>
                </c:pt>
                <c:pt idx="3">
                  <c:v>97.37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+ memory, message labels</c:v>
                </c:pt>
              </c:strCache>
            </c:strRef>
          </c:tx>
          <c:spPr>
            <a:solidFill>
              <a:srgbClr val="1C7C7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</c:v>
                  </c:pt>
                  <c:pt idx="3">
                    <c:v>Accuracy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98.16</c:v>
                </c:pt>
                <c:pt idx="1">
                  <c:v>97.78</c:v>
                </c:pt>
                <c:pt idx="2">
                  <c:v>97.97</c:v>
                </c:pt>
                <c:pt idx="3">
                  <c:v>98.74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5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3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update. All numbers are on a simulated benchmark, not real-world traffic. Paper: paper/main.pdf (IEEE conference, 6 pages, 18 references).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Per-sender view vs neighbourhood-aware view; neighbour attention is the part we test with an ablation.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label schemes are shown on purpose; message labels match how the dataset marks lies, vehicle labels are the stricter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neighbour attention is a modest gain, and it depends on honest neighbours being the majority.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Latency counts from the first window that contains the attacker, per receiver.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Injected collusion on top of VeReMi; the dataset itself has no colluding attackers.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the comparison with its caveat; do not claim we beat the reference outright. This chart is the 14-attack system; on 18 attacks (with Sybil) all four numbers are below 97.37, see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14-attack results are unchanged. Sybil makes the task harder: fake identities are separate senders. On the 14 original attack runs this model's FPR is 1.6% (vs 0.6% for the 14-attack model) because it lowers its threshold to catch ghosts. A bigger model alone and receiver memory did not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Neighbourhood-aware misbehaviour detection for V2X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on 14 attack types, extended to 18 with Sybil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the VeReMi Extension benchmark (simulated traffic, Zenodo 20090854)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idea: judge a sender by its neighbours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18872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347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broadcast position, speed and heading. A misbehaving vehicle sends false data (wrong position, speed, a fake stop) that can mislead the cars around it.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754880" y="118872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37360"/>
            <a:ext cx="347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transformer looks at each sender over time and at the other senders nearby (neighbour attention), so it can spot a sender whose claims do not fit its surroundings.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3000" dirty="0"/>
          </a:p>
        </p:txBody>
      </p:sp>
      <p:sp>
        <p:nvSpPr>
          <p:cNvPr id="3" name="num"/>
          <p:cNvSpPr/>
          <p:nvPr/>
        </p:nvSpPr>
        <p:spPr>
          <a:xfrm>
            <a:off x="548640" y="1097280"/>
            <a:ext cx="548640" cy="54864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06070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5331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VeReMi Extension: 14 of 19 attack types for the main results; extended to 18 of 19 with the four Sybil attacks (RandomSpeedOffset archive excluded as mislabeled)</a:t>
            </a:r>
            <a:endParaRPr lang="en-US" sz="1300" dirty="0"/>
          </a:p>
        </p:txBody>
      </p:sp>
      <p:sp>
        <p:nvSpPr>
          <p:cNvPr id="7" name="num"/>
          <p:cNvSpPr/>
          <p:nvPr/>
        </p:nvSpPr>
        <p:spPr>
          <a:xfrm>
            <a:off x="548640" y="1965960"/>
            <a:ext cx="548640" cy="54864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2938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22199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109,823 / validation 29,547 / test 68,971 windows; 2 seeds</a:t>
            </a:r>
            <a:endParaRPr lang="en-US" sz="1300" dirty="0"/>
          </a:p>
        </p:txBody>
      </p:sp>
      <p:sp>
        <p:nvSpPr>
          <p:cNvPr id="11" name="num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7980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(v2)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0906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Transformer, 144k parameters, temporal + neighbour attention; 9 claim values + 10 plausibility checks per message</a:t>
            </a:r>
            <a:endParaRPr lang="en-US" sz="1300" dirty="0"/>
          </a:p>
        </p:txBody>
      </p:sp>
      <p:sp>
        <p:nvSpPr>
          <p:cNvPr id="15" name="num"/>
          <p:cNvSpPr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rgbClr val="1C7C7D"/>
          </a:solidFill>
          <a:ln w="12700">
            <a:solidFill>
              <a:srgbClr val="1C7C7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66674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and training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95935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Kinematics, road map learned from honest traffic, nearest other claim, self-repeat, copied trail; training adds injected lies (offset, fake stop); receiver-side memory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the test set (14 attacks)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  <a:gridCol w="1097280"/>
                <a:gridCol w="1097280"/>
                <a:gridCol w="118872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Speed-check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/ message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 / 80.0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model (no checks)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+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+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rate: v2 0.60% (first model 0.7%)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862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labels count an attacker only in windows where it sent a falsified message (dataset ground truth). Vehicle labels count every window of an attacker vehicle, including its honest-looking ones, so recall is lower.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in %. Mean of 2 seeds. '-' = not reported for that row.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neighbour attention adds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14300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but real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 F1 points (95% CI about [0.2, 0.4]). Significant on 8-10 of the 14 attacks.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291840" y="114300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false alarms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69164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 drops from 0.90% to 0.60% with neighbour attention.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035040" y="114300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Fails with attacker majority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9164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attackers are most of a sender's neighbours the gain shrinks and turns negative (-0.004 within-attack). First model: +0.071 down to -0.023.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fast attackers are flagged (v2)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 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first alarm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291840" y="128016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s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to first alarm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035040" y="128016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attacker-receiver pairs flagged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attackers are caught in the first window they appear in; a few take longer and pull the mean up.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test: colluding attackers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lie (colluders)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 position offset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&lt;= 0.04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0.83-0.86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stop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&lt;= 0.04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Spoofed convoy (never seen in training)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&lt;= 0.04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0.87-0.90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along the road (map-aware)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&lt;= 0.04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0.23-0.25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Convoy on own road (map-aware)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&lt;= 0.04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0.36-0.48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429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Colluder recall at a matched 1% false-positive rate. Coordinated convoys also raised the first model's honest false-positive rate from 0.9% to 3.0%.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that stay on the road map are still hard: they need an independent signal (signal strength, sensors, roadside units).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the reference paper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0972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 Hakeem &amp; Kim, IEEE T-ITS 26(8), 2025 (survey), Table XIII: 97.37% for VeReMi, one number for accuracy, precision, recall and F1.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25603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like-for-like: that figure is on the original VeReMi (5 attacks) and its source is not cited. Under vehicle labels our recall (96.09) and F1 (97.12) are below 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Extension: 18 attacks, including Sybil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731520"/>
                <a:gridCol w="73152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attacks, 88,695 test windows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Ours, message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Ours, vehicle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neighbour attention, message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051560"/>
          <a:ext cx="2743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Sybil attack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GridSybil (largest, 20,598 slots)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DataReplaySybil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DoSDisruptiveSybil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DoSRandomSybil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2743200"/>
            <a:ext cx="8092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Senders are tracked by pseudonym (what a receiver sees); three new inputs: identity age, handover distance, lockstep. Final = mean of 3 models. Message-label FPR 2.07%.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 attention helps more with Sybil: +1.4 F1 (vs +0.3 on 14 attacks).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result: on 18 attacks all four numbers are below the 97.37% reference. Missed GridSybil ghosts look honest on every content check; they need an independent signal.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in % except recall per attack (message labels). Source: results/results_v18_final.json, paper/tables_v18.tex.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 and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GridSybil ghosts that look honest on every content check (recall 0.823)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on original VeReMi and VeReMi NextGen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v2 on dense traffic; add a 3rd seed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On-road consistent lies need an independent signal: signal strength, on-board sensors, roadside units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done: paper/main.pdf, IEEE conference format, 6 pages, 18 references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2026-10-19T14:36:26Z</dcterms:created>
  <dcterms:modified xsi:type="dcterms:W3CDTF">2026-10-19T14:36:26Z</dcterms:modified>
</cp:coreProperties>
</file>